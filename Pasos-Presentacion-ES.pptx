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0C8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CORTADITO NEWS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" y="11430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Pasos</a:t>
            </a:r>
            <a:endParaRPr lang="en-US" sz="7400" dirty="0"/>
          </a:p>
        </p:txBody>
      </p:sp>
      <p:sp>
        <p:nvSpPr>
          <p:cNvPr id="4" name="Text 2"/>
          <p:cNvSpPr/>
          <p:nvPr/>
        </p:nvSpPr>
        <p:spPr>
          <a:xfrm>
            <a:off x="73152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0C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aventura a pie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06324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8DAD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Convierte tus pasos diarios en un viaje por los senderos más icónicos del mundo. Cada 2.000 pasos ≈ 1 milla por una ruta real — empezando por el Camino Inca a Machu Picchu.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4160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47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Resumen de producto · para el equipo</a:t>
            </a:r>
            <a:endParaRPr lang="en-US" sz="1200" dirty="0"/>
          </a:p>
        </p:txBody>
      </p:sp>
      <p:pic>
        <p:nvPicPr>
          <p:cNvPr id="7" name="Image 0" descr="panoramas/inca/composites/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4800600"/>
            <a:ext cx="12188952" cy="2057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0" y="4800600"/>
            <a:ext cx="12188952" cy="36576"/>
          </a:xfrm>
          <a:prstGeom prst="rect">
            <a:avLst/>
          </a:prstGeom>
          <a:solidFill>
            <a:srgbClr val="10C896"/>
          </a:solidFill>
          <a:ln/>
        </p:spPr>
      </p:sp>
      <p:pic>
        <p:nvPicPr>
          <p:cNvPr id="9" name="Image 1" descr="ui-icons/alpaca-sta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784080" y="3822192"/>
            <a:ext cx="960120" cy="9784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CONCEPTO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idea, en una frase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Caminar es el ejercicio más accesible del mundo — y uno de los más aburridos de mantener.</a:t>
            </a:r>
            <a:endParaRPr lang="en-US" sz="1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Pasos lo resuelve dándole a cada paso un destino, una historia y un compañero. </a:t>
            </a:r>
            <a:pPr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E7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solo llegas a 8.000 pasos: cruzas el Paso de la Mujer Muerta y te acercas a Machu Picchu.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0" y="1618488"/>
            <a:ext cx="146304" cy="146304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6" name="Text 4"/>
          <p:cNvSpPr/>
          <p:nvPr/>
        </p:nvSpPr>
        <p:spPr>
          <a:xfrm>
            <a:off x="6693408" y="1508760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Hábito + narrativa 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destino real y metas diarias convierten una meta abstracta en un viaje que no querrás abandonar.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0" y="2788920"/>
            <a:ext cx="146304" cy="146304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8" name="Text 6"/>
          <p:cNvSpPr/>
          <p:nvPr/>
        </p:nvSpPr>
        <p:spPr>
          <a:xfrm>
            <a:off x="6693408" y="2679192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Lugares y datos reales 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Rutas auténticas con paradas, distancias, altitud y notas culturales — aspiracional y educativo.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0" y="3959352"/>
            <a:ext cx="146304" cy="146304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10" name="Text 8"/>
          <p:cNvSpPr/>
          <p:nvPr/>
        </p:nvSpPr>
        <p:spPr>
          <a:xfrm>
            <a:off x="6693408" y="3849624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compañero emocional 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Una mascota de café y un coach reaccionan a tu avance; se siente como caminar acompañado.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0" y="5129784"/>
            <a:ext cx="146304" cy="146304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12" name="Text 10"/>
          <p:cNvSpPr/>
          <p:nvPr/>
        </p:nvSpPr>
        <p:spPr>
          <a:xfrm>
            <a:off x="6693408" y="5020056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 base científica 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meta de 8.000 pasos viene de la investigación: premia hábitos realmente saludables.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MECÁNICA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funciona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35024" y="1783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Elige una ruta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3317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sendero real dividido en paradas con nombre.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6002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11496" y="1783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Pasos → distancia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2856" y="23317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2.000 pasos ≈ 1 milla (de una app de salud o a mano).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1584" y="16002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887968" y="1783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Llega a paradas → Pasaporte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39328" y="23317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Cada parada se sella con un dato y una frase.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004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3401568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35024" y="3383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Gana un rango diario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86384" y="39319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Tus pasos de hoy dan 1 de 10 rangos: Debutante → Maestro/a.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25112" y="32004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26280" y="3401568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26" name="Text 24"/>
          <p:cNvSpPr/>
          <p:nvPr/>
        </p:nvSpPr>
        <p:spPr>
          <a:xfrm>
            <a:off x="4526280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11496" y="3383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Tu coach reacciona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62856" y="39319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Una de 7 personalidades te saluda y te anima.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01584" y="32004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02752" y="3401568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887968" y="3383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Mapas + ETA inteligente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39328" y="39319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Mapa aéreo y de altitud, y días para terminar a tu ritmo real.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CONTENIDO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Seis rutas reales, ya disponibles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713232"/>
          </a:xfrm>
          <a:prstGeom prst="roundRect">
            <a:avLst>
              <a:gd name="adj" fmla="val 11538"/>
            </a:avLst>
          </a:prstGeom>
          <a:solidFill>
            <a:srgbClr val="EAF7F1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Sendero Inca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842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Perú · Km 82 → Machu Picchu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983480" y="169164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mi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80136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0C896"/>
          </a:solidFill>
          <a:ln/>
        </p:spPr>
      </p:sp>
      <p:sp>
        <p:nvSpPr>
          <p:cNvPr id="9" name="Text 7"/>
          <p:cNvSpPr/>
          <p:nvPr/>
        </p:nvSpPr>
        <p:spPr>
          <a:xfrm>
            <a:off x="6172200" y="180136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Gratis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441448"/>
            <a:ext cx="676656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5328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Campo Base del Everest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8254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Nepal · Lukla → Campo Base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983480" y="25328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39 mi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2200" y="264261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A1614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264261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Club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282696"/>
            <a:ext cx="676656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33741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Eje Cafetero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36667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Colombia · Manizales → Cocora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83480" y="337413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62 mi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72200" y="348386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A1614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348386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Club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123944"/>
            <a:ext cx="676656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42153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Camino de Santiago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5079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Francia · España (Francés)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983480" y="421538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485 mi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72200" y="432511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A1614"/>
          </a:solidFill>
          <a:ln/>
        </p:spPr>
      </p:sp>
      <p:sp>
        <p:nvSpPr>
          <p:cNvPr id="27" name="Text 25"/>
          <p:cNvSpPr/>
          <p:nvPr/>
        </p:nvSpPr>
        <p:spPr>
          <a:xfrm>
            <a:off x="6172200" y="43251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Club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965192"/>
            <a:ext cx="676656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" y="50566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Carretera Central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77240" y="5349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Cuba · La Habana → Santiago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83480" y="50566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534 mi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72200" y="516636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A1614"/>
          </a:solidFill>
          <a:ln/>
        </p:spPr>
      </p:sp>
      <p:sp>
        <p:nvSpPr>
          <p:cNvPr id="33" name="Text 31"/>
          <p:cNvSpPr/>
          <p:nvPr/>
        </p:nvSpPr>
        <p:spPr>
          <a:xfrm>
            <a:off x="6172200" y="5166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Club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5806440"/>
            <a:ext cx="676656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77240" y="5897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Ruta 66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77240" y="61904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EE. UU. · Chicago → Santa Mónica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983480" y="58978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2.278 mi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172200" y="60076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A1614"/>
          </a:solidFill>
          <a:ln/>
        </p:spPr>
      </p:sp>
      <p:sp>
        <p:nvSpPr>
          <p:cNvPr id="39" name="Text 37"/>
          <p:cNvSpPr/>
          <p:nvPr/>
        </p:nvSpPr>
        <p:spPr>
          <a:xfrm>
            <a:off x="6172200" y="60076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Club</a:t>
            </a:r>
            <a:endParaRPr lang="en-US" sz="1000" dirty="0"/>
          </a:p>
        </p:txBody>
      </p:sp>
      <p:pic>
        <p:nvPicPr>
          <p:cNvPr id="40" name="Image 0" descr="_reference/panorama/inca-master-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2331720"/>
            <a:ext cx="4023360" cy="1051560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7635240" y="35204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6B64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ruta re-tematiza toda la app — colores, mapas y el avatar cambian según el lugar.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CONSTANCIA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meta nueva, cada día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EAF7F1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74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rangos diarios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12724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Debutante → Maestro/a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EAF7F1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34840" y="1874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8.000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434840" y="2788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= rango máximo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34840" y="312724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meta con base científica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EAF7F1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0" y="1874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10k / 12k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29600" y="2788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logros secretos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0" y="312724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Medalla de Plata · Día de Leyenda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9319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Tus pasos diarios ganan un rango — una victoria alcanzable cada día, independiente del avance total. La meta personal por defecto es 6.000 pasos (editable).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LOS COMPAÑEROS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Conoce a los coaches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Siete coaches con forma de café, cada uno con su personalidad y voz. Elige uno — te saluda y suelta frases a tu medida mientras caminas.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57784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6" name="Image 0" descr="coaches/ristret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2148840"/>
            <a:ext cx="1414707" cy="1783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Ristretto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30352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capitán atleta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30352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Enérgico · competitivo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155371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11" name="Image 1" descr="coaches/puch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91947" y="2148840"/>
            <a:ext cx="1414707" cy="1783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146227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Puchi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2127939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dulce y positiva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2127939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Dulce · positiva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3752959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16" name="Image 2" descr="coaches/tog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89535" y="2148840"/>
            <a:ext cx="1414707" cy="1783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743815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Togo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3725527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ritmo urbano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3725527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Musical · cool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5350546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21" name="Image 3" descr="coaches/granito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87122" y="2148840"/>
            <a:ext cx="1414707" cy="17830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41402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Granito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5323114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más juguetón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5323114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Juguetón · curioso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948134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26" name="Image 4" descr="coaches/moka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84710" y="2148840"/>
            <a:ext cx="1414707" cy="17830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938990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Moka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6920702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determinada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6920702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Decidida · orgullosa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8545721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31" name="Image 5" descr="coaches/franco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582297" y="2148840"/>
            <a:ext cx="1414707" cy="178308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536577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Franco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8518289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mentor tranquilo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8518289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Sabio · tranquilo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10143309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36" name="Image 6" descr="coaches/nata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179885" y="2148840"/>
            <a:ext cx="1414707" cy="178308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0134165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Nata</a:t>
            </a:r>
            <a:endParaRPr lang="en-US" sz="1500" dirty="0"/>
          </a:p>
        </p:txBody>
      </p:sp>
      <p:sp>
        <p:nvSpPr>
          <p:cNvPr id="38" name="Text 29"/>
          <p:cNvSpPr/>
          <p:nvPr/>
        </p:nvSpPr>
        <p:spPr>
          <a:xfrm>
            <a:off x="10115877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calma y equilibrio</a:t>
            </a:r>
            <a:endParaRPr lang="en-US" sz="1000" dirty="0"/>
          </a:p>
        </p:txBody>
      </p:sp>
      <p:sp>
        <p:nvSpPr>
          <p:cNvPr id="39" name="Text 30"/>
          <p:cNvSpPr/>
          <p:nvPr/>
        </p:nvSpPr>
        <p:spPr>
          <a:xfrm>
            <a:off x="10115877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Serena · equilibrada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ARTE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mundo continuo — y la parte difícil</a:t>
            </a:r>
            <a:endParaRPr lang="en-US" sz="3000" dirty="0"/>
          </a:p>
        </p:txBody>
      </p:sp>
      <p:pic>
        <p:nvPicPr>
          <p:cNvPr id="4" name="Image 0" descr="_reference/panorama/inca-master-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91672" cy="2889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7091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Mientras caminas, un panorama lateral del sendero real se desplaza bajo tu compañero — arte plano estilo Alto’s Odyssey. Arriba está el plano maestro de todo el Camino Inca: 27 tiles que suben al Paso de la Mujer Muerta (4.200 m) y bajan a Machu Picchu.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Generar esto sin costuras es el reto técnico central del proyecto (siguiente diapositiva).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NEGOCIO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Oportunidades y monetización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45920"/>
            <a:ext cx="91440" cy="1920240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Suscripción (Club)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ruta Inca gratis como puerta de entrada; el resto + coaches premium con un plan. La estructura ya existe.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645920"/>
            <a:ext cx="356616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645920"/>
            <a:ext cx="91440" cy="1920240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10" name="Text 8"/>
          <p:cNvSpPr/>
          <p:nvPr/>
        </p:nvSpPr>
        <p:spPr>
          <a:xfrm>
            <a:off x="4590288" y="184708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Integración con marca de café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0288" y="2487168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 la marca ES café. Patrocinios, rutas co-marca, recompensas reales (terminas una ruta → descuento en café).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645920"/>
            <a:ext cx="356616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83296" y="1645920"/>
            <a:ext cx="91440" cy="1920240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14" name="Text 12"/>
          <p:cNvSpPr/>
          <p:nvPr/>
        </p:nvSpPr>
        <p:spPr>
          <a:xfrm>
            <a:off x="8357616" y="184708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Rutas patrocinadas / de marca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57616" y="2487168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Oficinas de turismo (Perú, Colombia, el Camino) pagan por destacar una ruta con sus lugares.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356616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94760"/>
            <a:ext cx="91440" cy="1920240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99592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Bienestar corporativo (B2B)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4636008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Retos de pasos en equipo por una ruta compartida, por asiento. Alto margen y recurrente.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15968" y="3794760"/>
            <a:ext cx="356616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3794760"/>
            <a:ext cx="91440" cy="1920240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22" name="Text 20"/>
          <p:cNvSpPr/>
          <p:nvPr/>
        </p:nvSpPr>
        <p:spPr>
          <a:xfrm>
            <a:off x="4590288" y="399592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Cosméticos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90288" y="4636008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Avatares por ruta y skins de coach ya son intercambiables — una tienda de cosméticos natural.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83296" y="3794760"/>
            <a:ext cx="356616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83296" y="3794760"/>
            <a:ext cx="91440" cy="1920240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26" name="Text 24"/>
          <p:cNvSpPr/>
          <p:nvPr/>
        </p:nvSpPr>
        <p:spPr>
          <a:xfrm>
            <a:off x="8357616" y="399592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Afiliados y comercio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7616" y="4636008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Alta intención: «acabas de caminar el Camino Inca — ¿lo haces de verdad?» Equipo, treks, viajes.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ESTADO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está hoy — visión honesta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11091672" cy="1078992"/>
          </a:xfrm>
          <a:prstGeom prst="roundRect">
            <a:avLst>
              <a:gd name="adj" fmla="val 7627"/>
            </a:avLst>
          </a:prstGeom>
          <a:solidFill>
            <a:srgbClr val="EAF7F1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27632"/>
            <a:ext cx="91440" cy="1078992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556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arte aún no se une bien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problema central sin resolver: crear un mundo continuo por ruta a partir de tiles de IA. Las costuras no siempre encajan — el principal freno para añadir rutas rápido.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16352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816352"/>
            <a:ext cx="91440" cy="841248"/>
          </a:xfrm>
          <a:prstGeom prst="rect">
            <a:avLst/>
          </a:prstGeom>
          <a:solidFill>
            <a:srgbClr val="E3E8E5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94436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Solo la ruta Inca tiene arte real 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Las otras cinco usan visuales de relleno hasta producir sus tiles.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67328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767328"/>
            <a:ext cx="91440" cy="841248"/>
          </a:xfrm>
          <a:prstGeom prst="rect">
            <a:avLst/>
          </a:prstGeom>
          <a:solidFill>
            <a:srgbClr val="E3E8E5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895344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sincronización es una demo 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Los pasos son simulados. Apple Health real necesita una app nativa; Google Fit / Fitbit, OAuth y un backend.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718304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4718304"/>
            <a:ext cx="91440" cy="841248"/>
          </a:xfrm>
          <a:prstGeom prst="rect">
            <a:avLst/>
          </a:prstGeom>
          <a:solidFill>
            <a:srgbClr val="E3E8E5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8463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Sin cuentas ni nube 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progreso se guarda solo en el dispositivo — sin sincronización ni social todavía.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669280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5669280"/>
            <a:ext cx="91440" cy="841248"/>
          </a:xfrm>
          <a:prstGeom prst="rect">
            <a:avLst/>
          </a:prstGeom>
          <a:solidFill>
            <a:srgbClr val="E3E8E5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797296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contenido es caro 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Cada ruta necesita investigación, ~15 paradas, un mapa, un perfil de altitud y ~27 tiles — atado al problema de costura.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C8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HOJA DE RUTA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sigue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80160" y="1764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7E8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Resolver la línea de producción de costura (método del «plano maestro») para crear arte de rutas rápido — esto desbloquea todo.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26791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7E8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Lanzar una integración de salud real (empezar con un proveedor) para reemplazar la demo.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0" y="35935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7E8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Añadir cuentas + sincronización en la nube, luego retos sociales.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4526280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45079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7E8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Activar la suscripción y conseguir un primer patrocinador / socio de café.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0C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Pasos · una aventura a pie · Cortadito News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Pasos — Resumen de producto</dc:title>
  <dc:subject>PptxGenJS Presentation</dc:subject>
  <dc:creator>Cortadito News</dc:creator>
  <cp:lastModifiedBy>Cortadito News</cp:lastModifiedBy>
  <cp:revision>1</cp:revision>
  <dcterms:created xsi:type="dcterms:W3CDTF">2026-06-03T22:35:12Z</dcterms:created>
  <dcterms:modified xsi:type="dcterms:W3CDTF">2026-06-03T22:35:12Z</dcterms:modified>
</cp:coreProperties>
</file>