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C8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CORTADITO NEWS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aventura a pie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8DAD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Convierte tus pasos diarios en un viaje por los senderos más icónicos del mundo. Cada 2.000 pasos ≈ 1 milla por una ruta real — empezando por el Camino Inca a Machu Picchu.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47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de producto · para el equipo</a:t>
            </a:r>
            <a:endParaRPr lang="en-US" sz="1200" dirty="0"/>
          </a:p>
        </p:txBody>
      </p:sp>
      <p:pic>
        <p:nvPicPr>
          <p:cNvPr id="7" name="Image 0" descr="panoramas/inca/composites/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800600"/>
            <a:ext cx="12188952" cy="2057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12188952" cy="36576"/>
          </a:xfrm>
          <a:prstGeom prst="rect">
            <a:avLst/>
          </a:prstGeom>
          <a:solidFill>
            <a:srgbClr val="10C896"/>
          </a:solidFill>
          <a:ln/>
        </p:spPr>
      </p:sp>
      <p:pic>
        <p:nvPicPr>
          <p:cNvPr id="9" name="Image 1" descr="ui-icons/alpaca-sta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64040" y="3520440"/>
            <a:ext cx="1325880" cy="1298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0" y="4864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0C8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 avatar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CONCEPTO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idea, en una frase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Caminar es el ejercicio más accesible del mundo — y uno de los más aburridos de mantener.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lo resuelve dándole a cada paso un destino, una historia y un compañero. </a:t>
            </a:r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solo llegas a 8.000 pasos: cruzas el Paso de la Mujer Muerta y te acercas a Machu Picchu.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618488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6693408" y="150876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Hábito + narrativa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destino real y metas diarias convierten una meta abstracta en un viaje que no querrás abandonar.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788920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693408" y="2679192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Lugares y datos reales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Rutas auténticas con paradas, distancias, altitud y notas culturales — aspiracional y educativo.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3959352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6693408" y="3849624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compañero emocional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 mascota de café y un coach reaccionan a tu avance; se siente como caminar acompañado.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5129784"/>
            <a:ext cx="146304" cy="146304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93408" y="5020056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 base científica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meta de 8.000 pasos viene de la investigación: premia hábitos realmente saludables.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MECÁNICA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funciona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5024" y="1783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Elige una ruta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2331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sendero real dividido en paradas con nombre.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11496" y="1783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Pasos → distancia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62856" y="2331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2.000 pasos ≈ 1 milla (de una app de salud o a mano).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013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87968" y="1783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Llega a paradas → Pasaporte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331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parada se sella con un dato y una frase.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35024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Gana un rango diario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6384" y="39319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Tus pasos de hoy dan 1 de 10 rangos: Debutante → Maestro/a.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11496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 coach reacciona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62856" y="39319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 de 7 personalidades te saluda y te anima.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200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401568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87968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Mapas + ETA inteligente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9328" y="39319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Mapa aéreo y de altitud, y días para terminar a tu ritmo real.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rutas reales, ya disponibles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Sendero Inca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Perú · Km 82 → Machu Picchu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83480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 mi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0136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0C896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013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Gratis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32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Base del Everest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Nepal · Lukla → Campo 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532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 mi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6426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6426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374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Eje Cafetero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66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Colombia · Manizales → Cocora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3741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62 mi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48386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4838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215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de Santiago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507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Francia · España (Francés)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42153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485 mi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3251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056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Carretera Central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349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Cuba · La Habana → Santiago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50566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534 mi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16636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166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Ruta 66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6190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EE. UU. · Chicago → Santa Mónica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5897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2.278 mi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72200" y="60076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A1614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6007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35240" y="1691640"/>
            <a:ext cx="4023360" cy="4160520"/>
          </a:xfrm>
          <a:prstGeom prst="roundRect">
            <a:avLst>
              <a:gd name="adj" fmla="val 2045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41" name="Image 0" descr="ui-icons/alpaca-stat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2011680"/>
            <a:ext cx="1828800" cy="18288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81812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avatar: un animal de la zona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863840" y="43891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alpaca en los Andes. Cada ruta nueva trae su propio animal local — y los colores y mapas cambian según el lugar.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CONSTANCIA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meta nueva, cada día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rangos diarios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Debutante → Maestro/a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3484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rango máximo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34840" y="31272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meta con base científica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874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 / 12k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27889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logros secretos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1272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Medalla de Plata · Día de Leyenda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Tus pasos diarios ganan un rango — una victoria alcanzable cada día, independiente del avance total. La meta personal por defecto es 6.000 pasos (editable).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COMPAÑEROS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 a los coaches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Siete coaches con forma de café, cada uno con su personalidad y voz. Elige uno — te saluda y suelta frases a tu medida mientras caminas.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57784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6" name="Image 0" descr="coaches/ristret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48840"/>
            <a:ext cx="1414707" cy="1783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Ristretto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0352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capitán atleta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352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Enérgico · competitivo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55371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11" name="Image 1" descr="coaches/puch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1947" y="2148840"/>
            <a:ext cx="1414707" cy="1783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6227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Puchi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127939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dulce y positiva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27939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Dulce · positiva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52959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16" name="Image 2" descr="coaches/tog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9535" y="2148840"/>
            <a:ext cx="1414707" cy="1783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3815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725527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ritmo urbano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725527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Musical · cool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350546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21" name="Image 3" descr="coaches/granit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7122" y="2148840"/>
            <a:ext cx="1414707" cy="1783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1402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Granito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323114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más juguetón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323114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Juguetón · curioso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948134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26" name="Image 4" descr="coaches/mok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84710" y="2148840"/>
            <a:ext cx="1414707" cy="17830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38990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Moka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920702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determinada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920702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Decidida · orgullosa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545721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31" name="Image 5" descr="coaches/franco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82297" y="2148840"/>
            <a:ext cx="1414707" cy="17830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36577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18289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mentor tranquilo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518289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Sabio · tranquilo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10143309" y="1965960"/>
            <a:ext cx="1487859" cy="4114800"/>
          </a:xfrm>
          <a:prstGeom prst="roundRect">
            <a:avLst>
              <a:gd name="adj" fmla="val 5531"/>
            </a:avLst>
          </a:prstGeom>
          <a:solidFill>
            <a:srgbClr val="FBFAF6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pic>
        <p:nvPicPr>
          <p:cNvPr id="36" name="Image 6" descr="coaches/nat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79885" y="2148840"/>
            <a:ext cx="1414707" cy="1783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134165" y="4069080"/>
            <a:ext cx="15061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Nata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0115877" y="4407408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calma y equilibrio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0115877" y="4983480"/>
            <a:ext cx="1542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Serena · equilibrada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ARTE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mundo continuo — y la parte difícil</a:t>
            </a:r>
            <a:endParaRPr lang="en-US" sz="3000" dirty="0"/>
          </a:p>
        </p:txBody>
      </p:sp>
      <p:pic>
        <p:nvPicPr>
          <p:cNvPr id="4" name="Image 0" descr="_reference/panorama/inca-mast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1672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Mientras caminas, un panorama lateral del sendero real se desplaza bajo tu compañero — arte plano estilo Alto’s Odyssey. Arriba está el plano maestro de todo el Camino Inca: 27 tiles que suben al Paso de la Mujer Muerta (4.200 m) y bajan a Machu Picchu.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Generar esto sin costuras es el reto técnico central del proyecto (siguiente diapositiva).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Oportunidades y monetización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Suscripción (Club)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ruta Inca gratis como puerta de entrada; el resto + coaches premium con un plan. La estructura ya existe.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con marca de café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 la marca ES café. Patrocinios, rutas co-marca, recompensas reales (terminas una ruta → descuento en café).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645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64592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84708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Rutas patrocinadas / de marca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248716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Oficinas de turismo (Perú, Colombia, el Camino) pagan por destacar una ruta con sus lugares.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Bienestar corporativo (B2B)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Retos de pasos en equipo por una ruta compartida, por asiento. Alto margen y recurrente.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15968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Cosméticos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Avatares por ruta y skins de coach ya son intercambiables — una tienda de cosméticos natural.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3296" y="379476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3296" y="3794760"/>
            <a:ext cx="91440" cy="1920240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39959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Afiliados y comercio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57616" y="46360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Alta intención: «acabas de caminar el Camino Inca — ¿lo haces de verdad?» Equipo, treks, viajes.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ESTADO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está hoy — visión honesta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EAF7F1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27632"/>
            <a:ext cx="91440" cy="1078992"/>
          </a:xfrm>
          <a:prstGeom prst="rect">
            <a:avLst/>
          </a:prstGeom>
          <a:solidFill>
            <a:srgbClr val="10C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arte aún no se une bien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problema central sin resolver: crear un mundo continuo por ruta a partir de tiles de IA. Las costuras no siempre encajan — el principal freno para añadir rutas rápido.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816352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44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Solo la ruta Inca tiene arte real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otras cinco usan visuales de relleno hasta producir sus tiles.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67328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9534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sincronización es una demo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pasos son simulados. Apple Health real necesita una app nativa; Google Fit / Fitbit, OAuth y un backend.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71830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718304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46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cuentas ni nube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progreso se guarda solo en el dispositivo — sin sincronización ni social todavía.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8E5"/>
            </a:solidFill>
            <a:prstDash val="solid"/>
          </a:ln>
          <a:effectLst>
            <a:outerShdw sx="100000" sy="100000" kx="0" ky="0" algn="bl" rotWithShape="0" blurRad="114300" dist="38100" dir="8100000">
              <a:srgbClr val="1A1614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669280"/>
            <a:ext cx="91440" cy="841248"/>
          </a:xfrm>
          <a:prstGeom prst="rect">
            <a:avLst/>
          </a:prstGeom>
          <a:solidFill>
            <a:srgbClr val="E3E8E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79729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16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contenido es caro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ruta necesita investigación, ~15 paradas, un mapa, un perfil de altitud y ~27 tiles — atado al problema de costura.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C89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Resolver la línea de producción de costura (método del «plano maestro») para crear arte de rutas rápido — esto desbloquea todo.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791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Lanzar una integración de salud real (empezar con un proveedor) para reemplazar la demo.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5935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Añadir cuentas + sincronización en la nube, luego retos sociales.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0C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6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50799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7E8E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Activar la suscripción y conseguir un primer patrocinador / socio de café.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Pasos · una aventura a pie · Cortadito News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Pasos — Resumen de producto</dc:title>
  <dc:subject>PptxGenJS Presentation</dc:subject>
  <dc:creator>Cortadito News</dc:creator>
  <cp:lastModifiedBy>Cortadito News</cp:lastModifiedBy>
  <cp:revision>1</cp:revision>
  <dcterms:created xsi:type="dcterms:W3CDTF">2026-06-03T23:24:39Z</dcterms:created>
  <dcterms:modified xsi:type="dcterms:W3CDTF">2026-06-03T23:24:39Z</dcterms:modified>
</cp:coreProperties>
</file>