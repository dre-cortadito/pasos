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C8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CORTADITO NEWS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aventura a pie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AD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everyday steps into a journey along the world’s most iconic trails. Every 2,000 steps ≈ 1 mile down a real route — starting with the Inca Trail to Machu Picchu.</a:t>
            </a:r>
            <a:endParaRPr lang="en-US" sz="1500" dirty="0"/>
          </a:p>
        </p:txBody>
      </p:sp>
      <p:pic>
        <p:nvPicPr>
          <p:cNvPr id="6" name="Image 0" descr="panoramas/inca/composites/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00600"/>
            <a:ext cx="12188952" cy="2057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00600"/>
            <a:ext cx="12188952" cy="36576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overview · for the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idea, in one breath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is the most accessible exercise on earth — and one of the most boring to keep up.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 fixes that by giving every step a destination, a story, and a companion. </a:t>
            </a:r>
            <a:pPr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don’t just hit 8,000 steps — you cross Dead Woman’s Pass and get a little closer to Machu Picchu.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618488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6693408" y="150876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Habit + narrative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real destination and daily milestones turn an abstract goal into a trip you won’t abandon.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788920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8" name="Text 6"/>
          <p:cNvSpPr/>
          <p:nvPr/>
        </p:nvSpPr>
        <p:spPr>
          <a:xfrm>
            <a:off x="6693408" y="2679192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places, real facts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Genuine routes with real stops, distances, elevation and cultural notes — aspirational and quietly educational.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3959352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6693408" y="3849624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emotional companion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coffee mascot + a chosen coach react as you progress, so it feels like someone walks with you.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5129784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693408" y="5020056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Grounded in science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8,000-step target comes from research, so the game rewards genuinely healthy behavior.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MECHANICS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5024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a route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313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real long-distance trail split into named stops.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11496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Steps → distance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2856" y="2313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2,000 steps ≈ 1 mile (from a health app or manual entry).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87968" y="17830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Reach stops → Pasaporte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9328" y="23134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stop is stamped with a fact and a celebratory line.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35024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Earn a daily rank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86384" y="3913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Today’s steps map to 10 ranks: Debutante → Maestro/a.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200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4015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11496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coach reacts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62856" y="3913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of 7 personalities greets you and cheers you 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200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4015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87968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Maps + smart ETA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39328" y="3913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Aerial + elevation maps, and days-to-finish at your real pace.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real routes ship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Sendero Inca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Perú · Km 82 → Machu Picchu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8348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 mi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013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0C896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801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Gratis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 Base del Everest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25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Nepal · Lukla → Base Camp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25328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 mi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64261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6426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Eje Cafetero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666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Colombia · Manizales → Cocora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33741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62 mi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4838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4838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23944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215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Camino de Santiago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507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Francia · España (Francés)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42153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485 mi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3251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965192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Carretera Central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349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Cuba · La Habana → Santiago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50566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534 mi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51663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166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Ruta 66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6190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EE. UU. · Chicago → Santa Mónica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5897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2,278 mi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72200" y="60076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6007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pic>
        <p:nvPicPr>
          <p:cNvPr id="40" name="Image 0" descr="_reference/panorama/inca-mast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331720"/>
            <a:ext cx="4023360" cy="105156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635240" y="3520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6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route re-themes the whole app — accent colors, maps and the walking avatar all change per place.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fresh goal, every single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 ranks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Debutante → Maestro/a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3484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top rank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3127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science-based target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 / 12k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2960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secret tiers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3127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Medalla de Plata · Día de Leyenda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daily step total earns a rank — an attainable win every day, independent of overall route progress. Default personal goal is 6,000 steps (editable).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COMPANIONS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coaches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coffee-character coaches, each a distinct personality and voice. Pick one — they greet you and drop voice-matched lines as you walk.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6" name="Image 0" descr="coaches/ristret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48840"/>
            <a:ext cx="1414707" cy="1783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Ristretto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capitán atleta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0352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Energetic · competitive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55371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11" name="Image 1" descr="coaches/puch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91947" y="2148840"/>
            <a:ext cx="1414707" cy="1783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6227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Puchi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127939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dulce y positiva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27939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Sweet · positive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752959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16" name="Image 2" descr="coaches/tog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89535" y="2148840"/>
            <a:ext cx="1414707" cy="1783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3815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725527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ritmo urbano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25527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Musical · cool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350546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21" name="Image 3" descr="coaches/granito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87122" y="2148840"/>
            <a:ext cx="1414707" cy="1783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1402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Granito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323114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más juguetón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323114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Playful · curious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948134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26" name="Image 4" descr="coaches/mok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84710" y="2148840"/>
            <a:ext cx="1414707" cy="1783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38990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Moka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920702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determinada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920702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Determined · proud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545721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31" name="Image 5" descr="coaches/franco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82297" y="2148840"/>
            <a:ext cx="1414707" cy="17830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36577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18289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mentor tranquilo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18289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Wise · calm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10143309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36" name="Image 6" descr="coaches/nat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179885" y="2148840"/>
            <a:ext cx="1414707" cy="17830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134165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Nata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0115877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calma y equilibrio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0115877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Serene · balanced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continuous world — and the hard part</a:t>
            </a:r>
            <a:endParaRPr lang="en-US" sz="3000" dirty="0"/>
          </a:p>
        </p:txBody>
      </p:sp>
      <p:pic>
        <p:nvPicPr>
          <p:cNvPr id="4" name="Image 0" descr="_reference/panorama/inca-mast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1672" cy="2889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you walk, a long side-scrolling panorama of the real trail moves beneath your companion — flat, Alto’s-Odyssey-style art. Above is the master blueprint of the whole Inca Trail: 27 tiles climbing to Dead Woman’s Pass (4,200 m) and back down to Machu Picchu.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Generating this seamlessly is the project’s central technical challenge (next slide).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&amp; monetization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Subscription (Club)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 Inca route as the front door; all other routes + premium coaches unlock with a plan. Tiering already exists.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64592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18470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Coffee-brand integration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0288" y="24871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whole brand IS coffee. Sponsorships, co-branded routes, real rewards (finish a route → coffee discount).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645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64592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8470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Sponsored / branded routes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57616" y="24871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Tourism boards (Peru, Colombia, the Camino) pay to feature a route with their landmarks.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95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Corporate wellness (B2B)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6360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step-challenges along a shared route, billed per seat. High-margin and recurring.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7947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379476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3995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Cosmetics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90288" y="46360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Per-route avatars &amp; coach skins are already swappable assets — a natural cosmetic store.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83296" y="37947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83296" y="379476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3995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Affiliate &amp; commerce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57616" y="46360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High-intent: “you just walked the Inca Trail — want to do it for real?” Gear, treks, travel.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REALITY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stands — honest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27632"/>
            <a:ext cx="91440" cy="1078992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art won’t stitch reliably yet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core unsolved problem: building one seamless scrolling world per route from AI tiles. Seams don’t always line up — the main blocker to adding routes fast.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816352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44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the Inca route has real art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other five run on placeholder visuals until their tiles are produced.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67328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953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 sync is a demo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sync is simulated. Real Apple Health needs a native wrapper; Google Fit / Fitbit need OAuth + a small backend.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718304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46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accounts or cloud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Progress is stored on-device only — no cross-device sync, no social yet.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669280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79729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 is expensive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route needs research, ~15 stops, a map, an elevation profile and ~27 art tiles — gated by the stitching problem.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C8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Crack the stitching pipeline (the “master blueprint” method) so route art can be produced fast — this unblocks everything.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6791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 one real health integration (start with a single provider) to replace the demo sync.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5935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accounts + cloud sync, then social challenges.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5079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on the subscription and land a first sponsor / coffee partner.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 · una aventura a pie · Cortadito News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Pasos — Product Overview</dc:title>
  <dc:subject>PptxGenJS Presentation</dc:subject>
  <dc:creator>Cortadito News</dc:creator>
  <cp:lastModifiedBy>Cortadito News</cp:lastModifiedBy>
  <cp:revision>1</cp:revision>
  <dcterms:created xsi:type="dcterms:W3CDTF">2026-06-03T22:25:31Z</dcterms:created>
  <dcterms:modified xsi:type="dcterms:W3CDTF">2026-06-03T22:25:31Z</dcterms:modified>
</cp:coreProperties>
</file>